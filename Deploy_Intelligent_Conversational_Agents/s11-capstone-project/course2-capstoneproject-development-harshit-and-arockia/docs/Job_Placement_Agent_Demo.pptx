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8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399"/>
            <a:ext cx="9144000" cy="5692877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</a:rPr>
              <a:t>Job Placement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5168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>
                <a:solidFill>
                  <a:srgbClr val="B0BEC5"/>
                </a:solidFill>
              </a:rPr>
              <a:t>An AI-Powered Career Assistant — Job Search · Resume Analysis
Skill Gap Detection · Cover Letter Generation</a:t>
            </a:r>
            <a:endParaRPr lang="en-US" sz="1800" b="0" dirty="0">
              <a:solidFill>
                <a:srgbClr val="B0BEC5"/>
              </a:solidFill>
            </a:endParaRPr>
          </a:p>
          <a:p>
            <a:pPr algn="ctr"/>
            <a:r>
              <a:rPr lang="en-IN" sz="1800" b="0" dirty="0">
                <a:solidFill>
                  <a:srgbClr val="B0BEC5"/>
                </a:solidFill>
              </a:rPr>
              <a:t>Arockia &amp; Harshit</a:t>
            </a:r>
            <a:endParaRPr sz="1800" b="0" dirty="0">
              <a:solidFill>
                <a:srgbClr val="B0BEC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738914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Why this agent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00584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00584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23444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0972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55448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System design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3774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3464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What the agent can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28600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59" y="228600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251460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377440"/>
            <a:ext cx="3428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D1B2A"/>
                </a:solidFill>
              </a:rPr>
              <a:t>Topics</a:t>
            </a:r>
            <a:r>
              <a:rPr sz="1400" b="1" dirty="0">
                <a:solidFill>
                  <a:srgbClr val="0D1B2A"/>
                </a:solidFill>
              </a:rPr>
              <a:t>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834640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37474F"/>
                </a:solidFill>
              </a:rPr>
              <a:t>Sprints </a:t>
            </a:r>
            <a:r>
              <a:rPr lang="en-US" sz="1000" b="0" dirty="0">
                <a:solidFill>
                  <a:srgbClr val="37474F"/>
                </a:solidFill>
              </a:rPr>
              <a:t>2 Topics</a:t>
            </a:r>
            <a:endParaRPr sz="1000" b="0" dirty="0">
              <a:solidFill>
                <a:srgbClr val="37474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089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Live Demo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End-to-end user 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59" y="3566160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80559" y="3566160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7136" y="3794760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36576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Observability &amp;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114800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Langfuse tracing · Auth0 JWT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Testing &amp;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99% test coverage · 376 tests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4846319"/>
            <a:ext cx="4023359" cy="10972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80559" y="4846319"/>
            <a:ext cx="502920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17136" y="5074919"/>
            <a:ext cx="429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9377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5394959"/>
            <a:ext cx="34289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Vercel serverless · gRPC + FastAPI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74F"/>
                </a:solidFill>
              </a:rPr>
              <a:t>Job seekers waste hours on fragmented, manual tasks: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Searching dozens of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No single place to find relevant roles by title +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Unclear resume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Hard to know which skills are missing without expert feedback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2044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Generic cover letters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6791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Tailoring letters for each role is time-consuming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54864" cy="6400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</a:rPr>
              <a:t>No guided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737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</a:rPr>
              <a:t>Users jump between tools with no connected, intelligent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841248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623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Solution: One conversational AI agent that guides users from search → analysis →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09728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FRONTEND  (Streamlit / 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Chat UI · Resume Paste · Quick Actions ·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7474F"/>
                </a:solidFill>
              </a:rPr>
              <a:t>HTTP REST / gRPC-Web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09728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BACKEND  (FastAPI · gRPC Server · Vercel Serverless)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/api/health · /api/auth/token · /api/chat · /api/chat/stream · /api/chat/route · /api/jobs/search · /api/resume/analyze · /api/cover-letter/gen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956816"/>
            <a:ext cx="1920240" cy="5943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19933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7F17"/>
                </a:solidFill>
              </a:rPr>
              <a:t>Auth0 JWT
RS256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8595360" cy="777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109728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871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LANGCHAIN AGENT  (job_agent.py)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 · LCEL Router · Async .ainvoke() · SSE astream_events()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search_jobs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SerpAPI
Google Jobs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79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analyze_resume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749039"/>
            <a:ext cx="274320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79" y="37673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</a:rPr>
              <a:t>generate_cover_letter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069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Chain
StrOutputParser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gemini-2.0-flash
OpenAI-compat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79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46120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SerpAPI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Real-time Google
Jobs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6634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79" y="4681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4965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C5"/>
                </a:solidFill>
              </a:rPr>
              <a:t>LLM Observability
CallbackHandler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Real-Time Job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 err="1">
                <a:solidFill>
                  <a:srgbClr val="37474F"/>
                </a:solidFill>
              </a:rPr>
              <a:t>SerpAPI</a:t>
            </a:r>
            <a:r>
              <a:rPr sz="900" b="0" dirty="0">
                <a:solidFill>
                  <a:srgbClr val="37474F"/>
                </a:solidFill>
              </a:rPr>
              <a:t> Google Jobs — 5-10 live listings by role +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914400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9144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435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LLM-powered skill extraction, experience scoring, quality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Skill Gap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Side-by-side resume vs. JD comparison with match percentage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874519"/>
            <a:ext cx="54864" cy="6858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87451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Cover Letter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03703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Tailored, role-specific letters generated 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Conversational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RunnableWithMessageHistory — context preserved across 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283464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283464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SSE Token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6382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Token-by-token response via FastAPI StreamingResponse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LCEL Intent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RunnableBranch classifies intent → routes to specialist chain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794760"/>
            <a:ext cx="54864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6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Async Agent (.ainvoke)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12394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Non-blocking LLM calls keep the FastAPI event loop free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79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Auth0 JWT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RS256 signature validation via JWKS — all protected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4754880"/>
            <a:ext cx="54864" cy="6858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475488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Langfuse 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Full trace: LLM calls, tools, latency, errors, session grouping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79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99% Test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376 tests — unit, integration, FastAPI TestClient, gRPC servicer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59" y="5715000"/>
            <a:ext cx="54864" cy="6858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571500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Dual Transport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6044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FastAPI (REST + SSE) + gRPC + gRPC-Web on a single servicer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Sprint Coverage (2 – 9)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LLM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ChatOpenAI via Gemini OpenAI-compat API · lru_cache · Async .ainvoke()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23444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96012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LangChain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35331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search_jobs · analyze_resume · generate_cover_letter — @tool decorator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Agent +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create_tool_calling_agent · AgentExecutor · RunnableWithMessageHistory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14884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14884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2312" y="246888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219456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LCEL Chains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58775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Pipe syntax  prompt | llm | StrOutputParser()  in every 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Router Chains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RunnableBranch · intent classifier → specialist chain dispatch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338328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338328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370332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342900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(SSE)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3822191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astream_events() · FastAPI StreamingResponse · token-by-token delivery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Auth0 + Observability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RS256 JWT · JWKS validation · Langfuse CallbackHandler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59" y="4617720"/>
            <a:ext cx="4206240" cy="1051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709159" y="4617720"/>
            <a:ext cx="868680" cy="1051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82312" y="4937760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Sprint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gRPC Transport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79" y="5056632"/>
            <a:ext cx="3154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Protobuf service · grpcio servicer · gRPC-Web for browser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</a:rPr>
              <a:t>Live Demo —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Session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opens chat UI → POST /api/session → server returns UUID session_id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144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59" y="9144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599" y="9875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9875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Job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"Find Python developer jobs in Austin" → Agent calls search_jobs() via SerpAPI → 8 live listings returned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Resume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User pastes resume → Agent calls analyze_resume() via LCEL chain → Skills, gaps, score returned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5146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59" y="25146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599" y="25877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799" y="25877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Intent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449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/api/chat/route → LCEL RunnableBranch classifies 'cover letter' intent → specialist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Cover 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Agent calls generate_cover_letter() → tailored 350-word letter in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114800"/>
            <a:ext cx="4206240" cy="141732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59" y="4114800"/>
            <a:ext cx="457200" cy="4572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00599" y="41879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418795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Streaming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645152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</a:rPr>
              <a:t>POST /api/chat/stream → SSE StreamingResponse → tokens appear progressively in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960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2608" y="1325880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33502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13258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325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Health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27631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92608" y="1673351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" y="16824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167335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/api/auth/token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1673351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167335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 Auth0 access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7510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202082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" y="202996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202082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202082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20208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(no auth — demo/Streamlit)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22576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2608" y="2368296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1752" y="2377440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236829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23682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36829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Create a new session UUID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670048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92608" y="271576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272491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2715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271576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71576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Chat with the agent (authenticated)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92608" y="306323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" y="3072384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" y="306323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/api/chat/async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87952" y="306323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306323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Async chat via .ainvoke()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364992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92608" y="3410712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1752" y="34198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34107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87952" y="34107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9472" y="34107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SSE streaming — token-by-token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12464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2608" y="3758184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01752" y="376732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" y="37581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/api/chat/route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87952" y="375818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</a:rPr>
              <a:t>Public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375818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LCEL intent router dispatch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059935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2608" y="4105655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1752" y="4114799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" y="4105655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/api/jobs/search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410565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9472" y="4105655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SerpAPI job search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92608" y="4453128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1752" y="4462272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" y="445312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/api/resume/analyze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44531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19472" y="445312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resume analysis with Langfuse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754879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92608" y="4800599"/>
            <a:ext cx="594360" cy="219456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" y="4809743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" y="4800599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/api/cover-letter/gen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87952" y="480059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19472" y="480059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Direct cover letter generation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5102352"/>
            <a:ext cx="8595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92608" y="5148072"/>
            <a:ext cx="594360" cy="219456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01752" y="515721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" y="514807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/api/chat/{session_id}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87952" y="51480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19472" y="5148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Clear session conversation memory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449824"/>
            <a:ext cx="8595360" cy="32004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92608" y="5495544"/>
            <a:ext cx="594360" cy="21945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01752" y="5504688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9264" y="54955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1B2A"/>
                </a:solidFill>
              </a:rPr>
              <a:t>/api/sessions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87952" y="54955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7F17"/>
                </a:solidFill>
              </a:rPr>
              <a:t>JWT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9472" y="54955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List all active session IDs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Observability &amp;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5074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Langfuse 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LLM calls — prompts, completions, token counts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05740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Tool invocations — tool name, args,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6060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Latency — end-to-end and per-step 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15467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Errors — exceptions with full stack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70332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Traces grouped by session_id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425195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Named: job-placement-agent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800599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Flush on every request (Vercel-safe)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349240"/>
            <a:ext cx="73152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Enabled only when LANGFUSE_SECRET_KEY is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914400"/>
            <a:ext cx="4160520" cy="50749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9509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Auth0 JWT Authentication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150876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1463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RS256 JWT signed by Auth0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205740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0116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JWKS endpoint for public key fetch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26060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2560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Validates: signature, audience, issuer, expiry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8888" y="315467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310895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lru_cache on JWKS (avoids repeated fetches)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18888" y="370332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36576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Public endpoints: /api/health, /api/chat/public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8" y="425195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83480" y="42062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Protected: all others require Bearer token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8888" y="4800599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475487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POST /api/auth/token returns access token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18888" y="5349240"/>
            <a:ext cx="73152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83480" y="5303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python-jose[cryptography] for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Testing &amp; Code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E88E5"/>
                </a:solidFill>
              </a:rPr>
              <a:t>99%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051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Total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</a:rPr>
              <a:t>376 tests · 0 failures · 1 016 statements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51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pytest + pytest-cov
pytest-mock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test_agent.py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run_agent · async · stream · _build_agent_executor · flush swallowing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37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224028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59" y="224028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2951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test_llm.py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679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get_llm · invoke_llm · openai isinstance branches · ImportError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4963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27 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test_router.py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route_query · RunnableBranch · classify chain · intent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19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320040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09559" y="320040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test_tools_*.py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639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job_search · resume_analyzer · cover_letter · GeminiError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3456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51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0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test_fastapi_app.py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TestClient · all 13 endpoints · AppError handler · SSE 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67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59" y="416052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09559" y="416052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18888" y="42153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test_main.py (gRPC)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4599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JobAgentServicer · RPCs · _require_auth · _map_app_error · serve()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4165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69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74720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test_auth0.py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fetch_token · verify_token · JWKS cache · error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38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59" y="5120640"/>
            <a:ext cx="4206240" cy="8229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09559" y="5120640"/>
            <a:ext cx="91440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51755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</a:rPr>
              <a:t>test_schemas.py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5559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74F"/>
                </a:solidFill>
              </a:rPr>
              <a:t>Pydantic models · validators · ApiResponse envelope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8" y="537667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46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1B2A"/>
                </a:solidFill>
              </a:rPr>
              <a:t>Deployment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Frontend — Vercel (Static)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index.html + build.js (Vite-bundled)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Environment vars via inject-env.ps1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CORS-enabled for 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routes all to 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914400"/>
            <a:ext cx="416052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914400"/>
            <a:ext cx="41605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9601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Backend — Vercel (Serverless)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173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FastAPI wrapped by Mangum (ASGI → Lambda)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index.py as Vercel Python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951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vercel.json → src/backend/index.py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340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ENV vars in Vercel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03320"/>
            <a:ext cx="416052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03320"/>
            <a:ext cx="416052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gRPC — Local / 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grpc_server.py  — native gRPC :50051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grpc_web_server.py — gRPC-Web :8080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main.py starts both (threaded)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Protobuf generated by generate_proto.py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703320"/>
            <a:ext cx="4160520" cy="2286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3703320"/>
            <a:ext cx="416052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73989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Quality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879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 --cov → 99% total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085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pytest.ini: pythonpath = src/backend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conftest.py: sys.modules stubs (no real LLM)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4498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74F"/>
                </a:solidFill>
              </a:rPr>
              <a:t>• deploy-vercel.ps1: deploy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Full-Stack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FastAPI REST + gRPC + gRPC-Web transports on one servicer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7160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71600"/>
            <a:ext cx="416052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</a:rPr>
              <a:t>8 Sprint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57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LCEL · Router · Async · SSE · Auth0 · Langfuse · gRPC ·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41605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Production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99% test coverage · typed schemas · domain exceptions · Vercel CI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63240"/>
            <a:ext cx="4160520" cy="1508760"/>
          </a:xfrm>
          <a:prstGeom prst="rect">
            <a:avLst/>
          </a:prstGeom>
          <a:solidFill>
            <a:srgbClr val="15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3063240"/>
            <a:ext cx="4160520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7F17"/>
                </a:solidFill>
              </a:rPr>
              <a:t>Observable &amp; 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7490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</a:rPr>
              <a:t>Langfuse traces every LLM call · Auth0 RS256 on all protected routes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Thank you  | 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09C"/>
                </a:solidFill>
              </a:rPr>
              <a:t>Job Placement Agent — NIIT Sprint 11 Capstone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Code Coverage Report — pytest --cov=src/backend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AC8FF"/>
                </a:solidFill>
              </a:rPr>
              <a:t>376 tests · 0 failures · 1,016 statements · Python 3.13 · pytest 9.0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438912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957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AC8FF"/>
                </a:solidFill>
              </a:rPr>
              <a:t>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143000"/>
            <a:ext cx="91440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7957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Stmts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43000"/>
            <a:ext cx="8229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17957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143000"/>
            <a:ext cx="100584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17957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AC8FF"/>
                </a:solidFill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43560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7218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agent/job_agent.py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43560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7218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43560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47218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43560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47218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2821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6479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agent/llm.py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72821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176479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72821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76479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172821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76479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02082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05740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agent/router.py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02082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05740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02082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205740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02082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05740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31343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35000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agent/tools/cover_letter.py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31343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235000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31343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235000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231343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235000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2606040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64261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agent/tools/job_search.py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2606040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264261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91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2606040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264261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2606040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264261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898648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293522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agent/tools/resume_analyzer.py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898648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6320" y="293522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2898648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06440" y="293522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2898648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293522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191256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322783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auth/auth0.py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3191256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322783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3191256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06440" y="322783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29400" y="3191256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322783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3483864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352044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exceptions.py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00600" y="3483864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0" y="352044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483864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06440" y="352044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29400" y="3483864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3520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3776472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381304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fastapi_app.py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0600" y="3776472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46320" y="381304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3776472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381304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29400" y="3776472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75120" y="381304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4069080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10565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grpc_server.py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00600" y="4069080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46320" y="410565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143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60720" y="4069080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06440" y="41056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9400" y="4069080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675120" y="410565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4361688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5760" y="439826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00600" y="4361688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0" y="439826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720" y="4361688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06440" y="439826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29400" y="4361688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75120" y="439826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4654296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4690872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models/responses.py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00600" y="4654296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46320" y="4690872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720" y="4654296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06440" y="4690872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629400" y="4654296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75120" y="469087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20040" y="4946904"/>
            <a:ext cx="438912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498348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models/schemas.py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00600" y="4946904"/>
            <a:ext cx="91440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846320" y="4983480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112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60720" y="4946904"/>
            <a:ext cx="82296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806440" y="4983480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29400" y="4946904"/>
            <a:ext cx="1005840" cy="29260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75120" y="498348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E06B"/>
                </a:solidFill>
              </a:rPr>
              <a:t>96%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0040" y="5239512"/>
            <a:ext cx="438912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5760" y="5276088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observability/langfuse_config.py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00600" y="5239512"/>
            <a:ext cx="91440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5276088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760720" y="5239512"/>
            <a:ext cx="82296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06440" y="5276088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29400" y="5239512"/>
            <a:ext cx="1005840" cy="292608"/>
          </a:xfrm>
          <a:prstGeom prst="rect">
            <a:avLst/>
          </a:prstGeom>
          <a:solidFill>
            <a:srgbClr val="0D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75120" y="5276088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CE36E"/>
                </a:solidFill>
              </a:rPr>
              <a:t>100%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532120"/>
            <a:ext cx="438912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5568696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FFFFFF"/>
                </a:solidFill>
              </a:rPr>
              <a:t>index.py (entry point)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00600" y="5532120"/>
            <a:ext cx="91440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46320" y="5568696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60720" y="5532120"/>
            <a:ext cx="82296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06440" y="556869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29400" y="5532120"/>
            <a:ext cx="1005840" cy="292608"/>
          </a:xfrm>
          <a:prstGeom prst="rect">
            <a:avLst/>
          </a:prstGeom>
          <a:solidFill>
            <a:srgbClr val="4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75120" y="5568696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FF6B6B"/>
                </a:solidFill>
              </a:rPr>
              <a:t>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0040" y="5824728"/>
            <a:ext cx="438912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5760" y="5861304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0600" y="5824728"/>
            <a:ext cx="91440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46320" y="5861304"/>
            <a:ext cx="822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1016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60720" y="5824728"/>
            <a:ext cx="82296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06440" y="5861304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29400" y="5824728"/>
            <a:ext cx="1005840" cy="29260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75120" y="5861304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99%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0040" y="625449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0A0C0"/>
                </a:solidFill>
              </a:rPr>
              <a:t>Remaining 11 missing lines: index.py (entry-point, untestable) · schemas.py validators (unreachable via Pydantic field constraints)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On-screen Show (4:3)</PresentationFormat>
  <Paragraphs>266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Arockia Dhanaraj David</cp:lastModifiedBy>
  <cp:revision>2</cp:revision>
  <dcterms:created xsi:type="dcterms:W3CDTF">2013-01-27T09:14:16Z</dcterms:created>
  <dcterms:modified xsi:type="dcterms:W3CDTF">2026-04-18T13:54:10Z</dcterms:modified>
  <cp:category/>
</cp:coreProperties>
</file>