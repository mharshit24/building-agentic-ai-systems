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468880"/>
            <a:ext cx="5029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FinDoc Analyzer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 Intelligence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RAG + SQL + MCP system for deep financial document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LlamaIndex · FastAPI · PGVector · Langfuse · Guardrails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393192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393192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95160" y="393192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393192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393192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393192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44348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44348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44348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44348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4434840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4348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Handoff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 are dense, numerical, and often hundreds of pages long.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is slow, error-prone, and lacks intelligent reasoning across documents.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40233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38988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intelligence that: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Ingests PDFs, CSVs, and Excel reports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Routes queries to RAG, SQL, or Hybrid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Delivers explainable, source-attributed insights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1965960" cy="173736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154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👩‍💼 Analysts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584448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financial KPI lookups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96312" y="3063240"/>
            <a:ext cx="1965960" cy="173736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96312" y="3154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Auditors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96312" y="3584448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traceability &amp; risk flags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3063240"/>
            <a:ext cx="1965960" cy="173736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26864" y="3154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Investors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26864" y="3584448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Cross-period performance comparison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57416" y="3063240"/>
            <a:ext cx="1965960" cy="173736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57416" y="3154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Compliance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57416" y="3584448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governance &amp; disclosure review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397764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FinDoc Analyzer/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2298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4081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5864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647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431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routes/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1214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ingest_routes.py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2997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query_routes.py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4780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health_routes.py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6563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evaluate_routes.py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handoff_routes.py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0129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191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rag_service.py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3695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sql_service.py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5478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query_router.py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7261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table_extractor.py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9044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mcp/mcp_client.py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0827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guardrails/validators.py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2611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evaluation/evaluation_service.py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4394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handoff/handoff_service.py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617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tracing/tracing_service.py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80560" y="960120"/>
            <a:ext cx="54864" cy="40233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9601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+ main.py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11612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 wiring, lifespan, Langfuse middleware, CORS, router registration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80560" y="1453896"/>
            <a:ext cx="54864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145389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17720" y="16550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API route files — ingest, query, health, evaluate, handoff endpoints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1947672"/>
            <a:ext cx="54864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19476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17720" y="21488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logic: RAG (LlamaIndex), SQL (NLSQLTableQueryEngine), query router, table extractor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80560" y="2441448"/>
            <a:ext cx="54864" cy="40233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4617720" y="24414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mcp_client.py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26426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+ HuggingFace MCP tools for real-time market data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80560" y="2935224"/>
            <a:ext cx="54864" cy="40233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4617720" y="29352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validators.py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17720" y="31363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guardrails: prompt injection, SQL injection, PII (Presidio), investment advice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80560" y="3429000"/>
            <a:ext cx="54864" cy="40233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2" name="Text 40"/>
          <p:cNvSpPr/>
          <p:nvPr/>
        </p:nvSpPr>
        <p:spPr>
          <a:xfrm>
            <a:off x="4617720" y="34290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evaluation_service.py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17720" y="36301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relevance, context_precision metrics + SLO dashboard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80560" y="3922776"/>
            <a:ext cx="54864" cy="40233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4617720" y="392277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handoff_service.py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17720" y="41239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Auto/manual human escalation with SMTP email context bundle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480560" y="4416552"/>
            <a:ext cx="54864" cy="40233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8" name="Text 46"/>
          <p:cNvSpPr/>
          <p:nvPr/>
        </p:nvSpPr>
        <p:spPr>
          <a:xfrm>
            <a:off x="4617720" y="44165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tracing_service.py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17720" y="46177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trace context creation, PII masking, flush utilities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Query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960120"/>
            <a:ext cx="1234440" cy="8229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601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344168"/>
            <a:ext cx="347472" cy="5486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7" name="Text 5"/>
          <p:cNvSpPr/>
          <p:nvPr/>
        </p:nvSpPr>
        <p:spPr>
          <a:xfrm>
            <a:off x="1664208" y="12161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960120"/>
            <a:ext cx="1234440" cy="82296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00200" y="9601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1344168"/>
            <a:ext cx="347472" cy="5486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1" name="Text 9"/>
          <p:cNvSpPr/>
          <p:nvPr/>
        </p:nvSpPr>
        <p:spPr>
          <a:xfrm>
            <a:off x="3035808" y="12161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71800" y="960120"/>
            <a:ext cx="1234440" cy="8229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71800" y="9601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344168"/>
            <a:ext cx="347472" cy="5486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5" name="Text 13"/>
          <p:cNvSpPr/>
          <p:nvPr/>
        </p:nvSpPr>
        <p:spPr>
          <a:xfrm>
            <a:off x="4407408" y="12161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960120"/>
            <a:ext cx="1234440" cy="8229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43400" y="9601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SQL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/ MCP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1344168"/>
            <a:ext cx="347472" cy="5486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9" name="Text 17"/>
          <p:cNvSpPr/>
          <p:nvPr/>
        </p:nvSpPr>
        <p:spPr>
          <a:xfrm>
            <a:off x="5779008" y="12161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960120"/>
            <a:ext cx="1234440" cy="82296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9601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1344168"/>
            <a:ext cx="347472" cy="5486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3" name="Text 21"/>
          <p:cNvSpPr/>
          <p:nvPr/>
        </p:nvSpPr>
        <p:spPr>
          <a:xfrm>
            <a:off x="7470648" y="12161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960120"/>
            <a:ext cx="1234440" cy="8229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9601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057400"/>
            <a:ext cx="2834640" cy="192024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057400"/>
            <a:ext cx="28346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1762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Route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256032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VectorStoreIndex → PGVector similarity search → LLM synthesis. Best for: explain, summarize, risk, strategy, narrative.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46120" y="2057400"/>
            <a:ext cx="2834640" cy="192024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46120" y="2057400"/>
            <a:ext cx="28346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3246120" y="21762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Route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37560" y="256032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NLSQLTableQueryEngine generates SQL → executes on PostgreSQL. Best for: revenue, EPS, margins, YoY comparisons, ratios.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2057400"/>
            <a:ext cx="2834640" cy="192024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2057400"/>
            <a:ext cx="283464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21762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Route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2560320"/>
            <a:ext cx="2651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RAG + SQL execution → LLM merges into one coherent answer citing both structured data and narrative context.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160520"/>
            <a:ext cx="85953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Route — Real-Time Market Data: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0" y="42519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(stock price, market cap, P/E, 52-week range, analyst ratings) → HuggingFace MCP agent → Fallback message. Triggered by keywords: current, latest, today, live.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 — Out-of-Context Concept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Pydantic?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is a Python data validation library that uses Python type annotations to define schemas and validate data at runtime.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is built on top of Pydantic — every request body and response is automatically validated using Pydantic models (BaseModel classes).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960120"/>
            <a:ext cx="42976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024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It in FinDoc Analyzer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QueryRequest: validates question (required str), user_email (optional), routing_hint (optional)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QueryResponse: ensures all fields (answer, routing_used, source_nodes, trace_id) are correctly typed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HandoffRequest / HandoffResponse: validates escalation payloads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HealthResponse / ComponentStatus: enforces status enums and detail strings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5720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99923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 — QueryRequest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QueryRequest(BaseModel):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question: str = Field(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..., description="NL financial question"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user_email: Optional[str] = Field(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None, description="User email for handoff"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routing_hint: Optional[str] = Field(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None,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description="'rag', 'sql', 'hybrid', 'mcp'"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20640" y="2926080"/>
            <a:ext cx="35661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2926080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276088" y="29443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76088" y="3200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rejects invalid requests before they reach business logic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3584448"/>
            <a:ext cx="35661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3584448"/>
            <a:ext cx="6400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276088" y="3602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76088" y="3858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type coercion + clear error messages (422 Unprocessable Entity)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20640" y="4242816"/>
            <a:ext cx="35661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20640" y="4242816"/>
            <a:ext cx="64008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276088" y="42611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76088" y="45171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auto-generate OpenAPI/Swagger schema at /docs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8595360" cy="73152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7724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9144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/api/v1/ingest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9080" y="9144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financial document (PDF/CSV/XLSX) → PGVector + SQL extraction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8595360" cy="73152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37360"/>
            <a:ext cx="77724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73736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7373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/api/v1/query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17373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financial query → intelligent routing + guardrails + tracing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60320"/>
            <a:ext cx="77724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56032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5603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/api/v1/health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25603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component health: DB, LLM, RAG, Langfuse, MCP, SMTP, Presidio, RAGAS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8595360" cy="73152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83280"/>
            <a:ext cx="777240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38328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383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/api/v1/evaluate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69080" y="33832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dashboard: faithfulness, relevance, latency p95, routing distribution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73152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06240"/>
            <a:ext cx="77724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20624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42062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/api/v1/handoff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69080" y="42062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human escalation with full context bundle sent via SMTP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/api/v1/ingest — Document Ingestion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388620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(multipart/form-data)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/api/v1/ingest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"file=@Annual_Report.pdf"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"company_name=TechVision"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"fiscal_year=2023"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 .pdf  .txt  .csv  .xlsx  .xls  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file size: 50 MB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914400"/>
            <a:ext cx="434340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9875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(201 Created)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1298448"/>
            <a:ext cx="41148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"Successfully ingested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'Annual_Report.pdf'.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 chunks: 245.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Tables extracted: 3,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 stored in SQL: 47.",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"documents_indexed":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"chunks_created": 245,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"document_id": "doc-550e...",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"file_name": "Annual_Report.pdf",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"file_type": "pdf"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&amp; size check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03120" y="342900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SimpleDirectoryReader → Documents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342900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4904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SentenceSplitter → PGVector storage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77840" y="3429000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tables → SQL financial_statements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0" y="342900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4114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setup_financial_tables()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58952" y="3593592"/>
            <a:ext cx="1335024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2496312" y="3593592"/>
            <a:ext cx="1335024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4233672" y="3593592"/>
            <a:ext cx="1335024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71032" y="3593592"/>
            <a:ext cx="1335024" cy="45720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/api/v1/query — Intelligence Routing in Action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Route — Narrative / Risk / Strategy Query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9319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98448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/api/v1/query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"question": "What are key risk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factors in the 2023 report?",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"routing_hint": "rag"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261872"/>
            <a:ext cx="448056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298448"/>
            <a:ext cx="4206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"routing_used": "rag",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"answer": "Key risks: 1) Cybersec threats,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2) Market competition, 3) Regulatory...",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"source_nodes":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{"score": 0.92, "source": "report.pdf"}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859536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8346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Route — Deterministic Financial Metrics Query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182112"/>
            <a:ext cx="393192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21868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/api/v1/query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"question": "YoY revenue growth 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Q3 2024?",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"routing_hint": "sql"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160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Auto-routing: keywords 'revenue', 'YoY', 'quarter' score SQL ≥ 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3182112"/>
            <a:ext cx="448056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3218688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"routing_used": "sql",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"answer": "Q3 FY2024: $450.2M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Q3 FY2023: $358.6M  →  +25.5% YoY",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"sql_query": "SELECT fiscal_year,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ROUND((revenue - LAG(revenue)...)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 LAG(revenue) * 100, 2) as yoy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quarterly_revenue..."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+ GET /evaluate — Observability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/api/v1/health — 11 Component Checks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533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pgvector connectivity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836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llm_provider: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1305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OpenAI / Anthropic credentials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5059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140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rag_service: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6609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vector index loaded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98094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443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guardrails_ai: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191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SDK / Presidio PII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511296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747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721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RAGAS evaluation library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04164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050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presidio_pii: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42519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engine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38988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3533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pymupdf_tables: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1600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table extraction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9202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8836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1305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market 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45059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4140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26609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980944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9443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191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MCP + HF_TOKEN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511296"/>
            <a:ext cx="201168" cy="20116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4747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smtp_handoff: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3721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for handoffs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4617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/api/v1/evaluate — SLO Dashboard Sample Response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5010912"/>
            <a:ext cx="19659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65760" y="501091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51937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468880" y="5010912"/>
            <a:ext cx="19659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468880" y="501091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68880" y="51937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72000" y="5010912"/>
            <a:ext cx="19659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0" y="501091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p95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0" y="51937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3245ms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675120" y="5010912"/>
            <a:ext cx="19659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675120" y="501091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75120" y="51937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+ Human Handoff — Safety &amp; Escalation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Validation Layers (validators.py)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54864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453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'ignore previous instructions', 'jailbreak', 'bypass guardrail'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54864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9222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9842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'DROP TABLE', 'UNION SELECT', '1=1', 'xp_cmdshell'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231136"/>
            <a:ext cx="54864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23113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AnalyzerEngine: EMAIL, PHONE, SSN, CREDIT_CARD → auto-redacted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70048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7004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Advice: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8620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'should buy/sell', 'guaranteed return' → adds ⚠️ disclaimer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54864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89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3009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'according to my training', 'I believe the revenue...' patterns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547872"/>
            <a:ext cx="54864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478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Traceability: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7398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numbers in answer against source context chunks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393192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069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Tests → 400 Bad Request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434840"/>
            <a:ext cx="39319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44622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* FROM users; DROP TABLE financial_statements; --"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{"detail": "Query blocked by guardrails: SQL injection pattern detected"}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34840" y="914400"/>
            <a:ext cx="429768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/api/v1/handoff — Human Escalation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138988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Low faithfulness score &lt; 0.6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0" y="173736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Low relevance score &lt; 0.5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0" y="208483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LLM confidence &lt; 40/100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0" y="243230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No context chunks retrieved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0" y="277977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Explicit user request ('speak to expert')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0" y="31272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LLM classifies escalation intent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34840" y="3566160"/>
            <a:ext cx="4297680" cy="347472"/>
          </a:xfrm>
          <a:prstGeom prst="rect">
            <a:avLst/>
          </a:prstGeom>
          <a:solidFill>
            <a:srgbClr val="13204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35661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Context Bundle Sent via SMTP: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0" y="3959352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ID · Trace ID · Question · Generated Answer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Relevance / Confidence scores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 chunks · Routing used · Session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Response: reference_id + 'Escalated to expert within 1 business day'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 &amp; Out-of-Context Concepts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4114800" cy="91440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VectorStoreIndex, SentenceSplitter, IngestionPipeline, NLSQLTableQueryEngine, Callback Manager for Langfuse tracing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4114800" cy="91440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14400"/>
            <a:ext cx="64008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60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2618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pgvector extension for embedding storage + cosine similarity search. Table: findoc_embeddings (dim=1536)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114800" cy="91440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20240"/>
            <a:ext cx="6400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65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2677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API with lifespan events, background tasks, middleware, dependency injection, automatic OpenAPI docs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920240"/>
            <a:ext cx="4114800" cy="91440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920240"/>
            <a:ext cx="64008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965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22677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LLM observability: traces, spans, scores (faithfulness/relevance/latency), session tracking, PII-masked inputs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114800" cy="91440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64008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9718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2735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PII analyzer: EMAIL, PHONE, SSN, CREDIT_CARD detection + AnonymizerEngine for auto-redaction in LLM outputs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2926080"/>
            <a:ext cx="4114800" cy="91440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2926080"/>
            <a:ext cx="64008" cy="9144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9718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+ MCP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32735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market data (stock price, market cap, P/E, 52-week range). HuggingFace MCP agent as secondary data source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931920"/>
            <a:ext cx="4114800" cy="91440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931920"/>
            <a:ext cx="64008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977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2793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schema validation, type coercion, Field() constraints, Optional fields, JSON schema auto-generation for /docs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3931920"/>
            <a:ext cx="4114800" cy="914400"/>
          </a:xfrm>
          <a:prstGeom prst="rect">
            <a:avLst/>
          </a:prstGeom>
          <a:solidFill>
            <a:srgbClr val="13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3931920"/>
            <a:ext cx="64008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9776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42793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AnswerRelevance, ContextPrecision metrics for RAG evaluation. Optional dependency with graceful fallback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74520"/>
            <a:ext cx="5029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943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FinDoc Analyzer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production-grade financial intelligence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API endpoints: ingest, query, health, evaluate, handoff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Intelligent routing: RAG → SQL → Hybrid → MCP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3522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Guardrails: injection protection, PII redaction, hallucination flags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7413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Observability: Langfuse traces + RAGAS SLO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Human handoff: auto-triggered + manual with full context email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Multi-provider: Azure OpenAI / OpenAI / Anthropic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FinDoc Analyzer – Financial Report Intelligence System</dc:title>
  <dc:subject>PptxGenJS Presentation</dc:subject>
  <dc:creator>PptxGenJS</dc:creator>
  <cp:lastModifiedBy>PptxGenJS</cp:lastModifiedBy>
  <cp:revision>1</cp:revision>
  <dcterms:created xsi:type="dcterms:W3CDTF">2026-06-05T01:19:36Z</dcterms:created>
  <dcterms:modified xsi:type="dcterms:W3CDTF">2026-06-05T01:19:36Z</dcterms:modified>
</cp:coreProperties>
</file>